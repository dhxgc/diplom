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8" r:id="rId3"/>
    <p:sldId id="269" r:id="rId4"/>
    <p:sldId id="257" r:id="rId5"/>
    <p:sldId id="276" r:id="rId6"/>
    <p:sldId id="270" r:id="rId7"/>
    <p:sldId id="272" r:id="rId8"/>
    <p:sldId id="273" r:id="rId9"/>
    <p:sldId id="275" r:id="rId10"/>
    <p:sldId id="274" r:id="rId11"/>
    <p:sldId id="271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393F"/>
    <a:srgbClr val="AA393F"/>
    <a:srgbClr val="01C1FF"/>
    <a:srgbClr val="24604C"/>
    <a:srgbClr val="2841FE"/>
    <a:srgbClr val="0070C0"/>
    <a:srgbClr val="02B7CD"/>
    <a:srgbClr val="0B5395"/>
    <a:srgbClr val="448AD7"/>
    <a:srgbClr val="0067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12" autoAdjust="0"/>
  </p:normalViewPr>
  <p:slideViewPr>
    <p:cSldViewPr snapToGrid="0">
      <p:cViewPr varScale="1">
        <p:scale>
          <a:sx n="117" d="100"/>
          <a:sy n="117" d="100"/>
        </p:scale>
        <p:origin x="117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088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D1CD9CD-7E8A-4B9A-AAC2-D320EA1BAE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8BA1A1-5423-4097-9E81-69FE9C76C3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39231-E164-40F4-9440-A933E80E0D42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05A505-898B-40B6-995F-EC8B619D5F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C6084D-9BF9-4BDD-8FA2-F3D1C9A63B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2D8D04-334D-42F7-9B7D-242DA519A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175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FFB10-EEEF-4003-A3A1-43520C4FB010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4E19F-7952-44E3-B289-25296E677E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87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E19F-7952-44E3-B289-25296E677EA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104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E19F-7952-44E3-B289-25296E677EA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555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337EE-1DDC-4612-9D24-EEE03BC7F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689" y="136525"/>
            <a:ext cx="10255169" cy="1325563"/>
          </a:xfrm>
        </p:spPr>
        <p:txBody>
          <a:bodyPr/>
          <a:lstStyle>
            <a:lvl1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C441D7-3C7C-447A-BBE1-5FA9C7B50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580" y="1687152"/>
            <a:ext cx="9331036" cy="4351338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4DD3DF-47D2-4244-9792-12CE4D37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32" y="6356350"/>
            <a:ext cx="2692067" cy="365125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DCB5CFB-1053-4ABD-8AE7-93CBC6C0D1C1}" type="datetimeFigureOut">
              <a:rPr lang="ru-RU" smtClean="0"/>
              <a:pPr/>
              <a:t>25.06.2025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5E88ED-267A-406F-8814-D64DEA1F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5300" y="6356350"/>
            <a:ext cx="4038100" cy="365125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5C3D36-61B4-4111-AC83-C3795B4B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1732" y="6356350"/>
            <a:ext cx="2692067" cy="365125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48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A7987F-C5EA-438F-BD7E-8D303911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083" y="394723"/>
            <a:ext cx="6536747" cy="1745673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5F1006-7188-498C-ABBF-80587A3CC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7083" y="2213710"/>
            <a:ext cx="6536747" cy="150018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CAAA22-0748-44B2-95C1-E3606572E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DCB5CFB-1053-4ABD-8AE7-93CBC6C0D1C1}" type="datetimeFigureOut">
              <a:rPr lang="ru-RU" smtClean="0"/>
              <a:pPr/>
              <a:t>25.06.2025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74E4D-3F92-4FAA-8349-F6D45C08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6F7DFC-34D2-47BD-A449-1F12C2DF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93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A3671-D70D-4846-A00D-D451CC45D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78F876-D852-4E29-A439-4A96013AA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3E4988-A050-44F9-8CDD-B99FEE1FC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29F515-61FC-4696-9DBE-C3EE88BB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23E599-4964-4661-B895-F15D49D3C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44141B-6E20-42C1-A083-D0371C7F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32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5B16F-47D8-43EB-9F03-B3ACD863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D8F048-D987-4AFF-A795-6F700E92B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A324EF-75CB-4183-A85B-AD7BDD2D7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0D5C6B-EB08-465F-984C-82BB28644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6BF5B3-E575-4778-951F-B85DDAFB1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580A43-90A9-4F74-9CEA-78DC0914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082B72D-A421-4731-A1B3-4B3F7B150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E7E0AB1-8C34-4787-A417-D8024485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65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638900-AEB2-4230-9726-FC3E1A82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A991F4-A55E-4763-85B2-BCF817E0F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418399-BB26-4B5F-AE06-073556FF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600C12F-25DD-409F-A773-01449550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0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8D4BDE5-0371-459D-9B04-EC35D079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AD7312-632A-48EA-9CD9-4C1F9B3E5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9392F6-5A18-4C8F-94AC-EE4481D7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75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6902DB-6786-4EC8-841C-442CE7C53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D0E0AD-9CDE-4B68-B397-28CF6A3BB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FB86FE-73E5-4676-9540-C4530EC06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BF0736-3C77-4656-9517-532D8B4F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69D685-6A52-4572-A0D6-C0059AC9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A8EB1A-AC6D-428E-B0D1-CF9A7622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84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B2F2F-88ED-4374-94A7-62F66BCDF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E968185-D0D5-4204-98C8-EE5D53385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E72D50-BFF9-4173-ABD2-4EC13B94B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3727AD-9A27-4C72-9887-E950A1F3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C7B91B-1762-407F-A127-DE1DCC62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9B9FBD-B522-4123-A0F9-BFF6E77F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0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666AC-8030-4AC8-BD2D-177E2E60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4D5522-45B7-4992-826F-6AF937AAF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30567A-7DA1-430D-84F6-D7275133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18EBEF-8A21-4561-832D-24C58134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0DEFF5-DC16-4E1D-99A4-EA87D703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86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344DC8E-DBB1-4521-B17B-AD7A7C576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BF991ED-D009-4F33-823F-3A146B799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4A8B54-1575-4378-A084-65830E2A9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A3AF89-A79E-4632-89EC-9A4B35359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42F16A-CC16-411F-AB10-DD5D1159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s://presentation-creation.ru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38E9D2-AC3C-4712-9A37-752F16DB0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3DA045-D354-445D-BE18-3E16A1484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148A85-0285-419E-9BCD-D8E30563A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B5CFB-1053-4ABD-8AE7-93CBC6C0D1C1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AA4832-14D7-456F-8D8A-08F55C337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65C6DE-1236-408E-A547-97410DDD6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2"/>
            <a:extLst>
              <a:ext uri="{FF2B5EF4-FFF2-40B4-BE49-F238E27FC236}">
                <a16:creationId xmlns:a16="http://schemas.microsoft.com/office/drawing/2014/main" id="{A3D3FC47-1965-4ADE-8DCB-5A97BFA1FA8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342B6-92C8-4F2C-9F6D-B8ACADD0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130" y="1642830"/>
            <a:ext cx="7983815" cy="1786170"/>
          </a:xfrm>
        </p:spPr>
        <p:txBody>
          <a:bodyPr>
            <a:noAutofit/>
          </a:bodyPr>
          <a:lstStyle/>
          <a:p>
            <a:r>
              <a:rPr lang="ru-RU" sz="4000" dirty="0">
                <a:latin typeface="Century Gothic" panose="020B0502020202020204" pitchFamily="34" charset="0"/>
              </a:rPr>
              <a:t>Разработка макета </a:t>
            </a:r>
            <a:r>
              <a:rPr lang="en-US" sz="4000" dirty="0">
                <a:latin typeface="Century Gothic" panose="020B0502020202020204" pitchFamily="34" charset="0"/>
              </a:rPr>
              <a:t>IT-</a:t>
            </a:r>
            <a:r>
              <a:rPr lang="ru-RU" sz="4000" dirty="0">
                <a:latin typeface="Century Gothic" panose="020B0502020202020204" pitchFamily="34" charset="0"/>
              </a:rPr>
              <a:t>инфраструктуры современной компании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A919CF-5BCB-4127-8E14-876C70A19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6189" y="3788393"/>
            <a:ext cx="6536747" cy="1084176"/>
          </a:xfrm>
        </p:spPr>
        <p:txBody>
          <a:bodyPr/>
          <a:lstStyle/>
          <a:p>
            <a:r>
              <a:rPr lang="ru-RU" dirty="0">
                <a:latin typeface="Century Gothic" panose="020B0502020202020204" pitchFamily="34" charset="0"/>
              </a:rPr>
              <a:t>Разработчик: Куваев Т.И.</a:t>
            </a:r>
          </a:p>
          <a:p>
            <a:r>
              <a:rPr lang="ru-RU" dirty="0">
                <a:latin typeface="Century Gothic" panose="020B0502020202020204" pitchFamily="34" charset="0"/>
              </a:rPr>
              <a:t>Научный руководитель: </a:t>
            </a:r>
            <a:r>
              <a:rPr lang="ru-RU" dirty="0" err="1">
                <a:latin typeface="Century Gothic" panose="020B0502020202020204" pitchFamily="34" charset="0"/>
              </a:rPr>
              <a:t>Апататьев</a:t>
            </a:r>
            <a:r>
              <a:rPr lang="ru-RU" dirty="0">
                <a:latin typeface="Century Gothic" panose="020B0502020202020204" pitchFamily="34" charset="0"/>
              </a:rPr>
              <a:t> Д.С.</a:t>
            </a:r>
          </a:p>
        </p:txBody>
      </p:sp>
    </p:spTree>
    <p:extLst>
      <p:ext uri="{BB962C8B-B14F-4D97-AF65-F5344CB8AC3E}">
        <p14:creationId xmlns:p14="http://schemas.microsoft.com/office/powerpoint/2010/main" val="293806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2172B-4B6A-A3E0-E61A-9272F2B70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127E3-167F-206D-358F-2147A9E6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85" y="96985"/>
            <a:ext cx="8320995" cy="732439"/>
          </a:xfrm>
        </p:spPr>
        <p:txBody>
          <a:bodyPr>
            <a:normAutofit/>
          </a:bodyPr>
          <a:lstStyle/>
          <a:p>
            <a:r>
              <a:rPr lang="ru-RU" sz="3000" dirty="0">
                <a:latin typeface="Century Gothic" panose="020B0502020202020204" pitchFamily="34" charset="0"/>
              </a:rPr>
              <a:t>Вводная информация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9129D0C1-6F29-8EA2-4230-3A20768A5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897" y="1430976"/>
            <a:ext cx="9261109" cy="1335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entury Gothic" panose="020B0502020202020204" pitchFamily="34" charset="0"/>
              </a:rPr>
              <a:t>Цель</a:t>
            </a:r>
            <a:r>
              <a:rPr lang="ru-RU" dirty="0">
                <a:latin typeface="Century Gothic" panose="020B0502020202020204" pitchFamily="34" charset="0"/>
              </a:rPr>
              <a:t> – создание базового макета инфраструктуры, для обеспечения возможности тестирования и внедрения различных технологий.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C1A4095-DA2B-C9F9-31E8-3D87472495E1}"/>
              </a:ext>
            </a:extLst>
          </p:cNvPr>
          <p:cNvSpPr txBox="1">
            <a:spLocks/>
          </p:cNvSpPr>
          <p:nvPr/>
        </p:nvSpPr>
        <p:spPr>
          <a:xfrm>
            <a:off x="1234897" y="3298970"/>
            <a:ext cx="10391047" cy="21933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>
                <a:latin typeface="Century Gothic" panose="020B0502020202020204" pitchFamily="34" charset="0"/>
              </a:rPr>
              <a:t>Задачи:</a:t>
            </a:r>
          </a:p>
          <a:p>
            <a:r>
              <a:rPr lang="ru-RU" sz="2000" dirty="0">
                <a:latin typeface="Century Gothic" panose="020B0502020202020204" pitchFamily="34" charset="0"/>
              </a:rPr>
              <a:t>проанализировать требования;</a:t>
            </a:r>
          </a:p>
          <a:p>
            <a:r>
              <a:rPr lang="ru-RU" sz="2000" dirty="0">
                <a:latin typeface="Century Gothic" panose="020B0502020202020204" pitchFamily="34" charset="0"/>
              </a:rPr>
              <a:t>произвести настройку клиентских, серверных и сетевых ОС;</a:t>
            </a:r>
          </a:p>
          <a:p>
            <a:r>
              <a:rPr lang="ru-RU" sz="2000" dirty="0">
                <a:latin typeface="Century Gothic" panose="020B0502020202020204" pitchFamily="34" charset="0"/>
              </a:rPr>
              <a:t>реализовать работу базовых инфраструктурных сервисов;</a:t>
            </a:r>
          </a:p>
          <a:p>
            <a:r>
              <a:rPr lang="ru-RU" sz="2000" dirty="0">
                <a:latin typeface="Century Gothic" panose="020B0502020202020204" pitchFamily="34" charset="0"/>
              </a:rPr>
              <a:t>обеспечить как можно большую отказоустойчивость с наименьшими затратами.</a:t>
            </a:r>
            <a:endParaRPr lang="ru-RU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55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A620-63AF-B5AB-E284-3896755A2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AF284-4C5C-973B-6C80-2AA7AD6BB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1" y="67001"/>
            <a:ext cx="9889409" cy="732439"/>
          </a:xfrm>
        </p:spPr>
        <p:txBody>
          <a:bodyPr>
            <a:normAutofit/>
          </a:bodyPr>
          <a:lstStyle/>
          <a:p>
            <a:r>
              <a:rPr lang="ru-RU" sz="3000" dirty="0">
                <a:latin typeface="Century Gothic" panose="020B0502020202020204" pitchFamily="34" charset="0"/>
              </a:rPr>
              <a:t>Физическая топология сети</a:t>
            </a:r>
          </a:p>
        </p:txBody>
      </p:sp>
      <p:pic>
        <p:nvPicPr>
          <p:cNvPr id="5" name="Рисунок 4" descr="Изображение выглядит как снимок экрана, текст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35D960-6FE3-8930-B804-037C92CF5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731520"/>
            <a:ext cx="10487660" cy="529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86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C7DC2-12CF-4928-A4E4-8D979EAE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1" y="67001"/>
            <a:ext cx="9889409" cy="732439"/>
          </a:xfrm>
        </p:spPr>
        <p:txBody>
          <a:bodyPr>
            <a:normAutofit/>
          </a:bodyPr>
          <a:lstStyle/>
          <a:p>
            <a:r>
              <a:rPr lang="ru-RU" sz="3000" dirty="0">
                <a:latin typeface="Century Gothic" panose="020B0502020202020204" pitchFamily="34" charset="0"/>
              </a:rPr>
              <a:t>Логическая топология сети</a:t>
            </a:r>
          </a:p>
        </p:txBody>
      </p:sp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E29031B-5658-66E6-76AB-F5945AFE0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14" y="734125"/>
            <a:ext cx="8804367" cy="6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0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9AE29-24B4-552E-68AF-7D494A39C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E01451-69FA-E95A-3403-1449B45E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1" y="67001"/>
            <a:ext cx="9889409" cy="732439"/>
          </a:xfrm>
        </p:spPr>
        <p:txBody>
          <a:bodyPr>
            <a:normAutofit/>
          </a:bodyPr>
          <a:lstStyle/>
          <a:p>
            <a:r>
              <a:rPr lang="ru-RU" sz="3000" dirty="0">
                <a:latin typeface="Century Gothic" panose="020B0502020202020204" pitchFamily="34" charset="0"/>
              </a:rPr>
              <a:t>Настройка сетевого оборудования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133BC60A-2F93-9656-0B53-A618EC23D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0422" y="937640"/>
            <a:ext cx="5740399" cy="1075313"/>
          </a:xfrm>
        </p:spPr>
        <p:txBody>
          <a:bodyPr>
            <a:noAutofit/>
          </a:bodyPr>
          <a:lstStyle/>
          <a:p>
            <a:r>
              <a:rPr lang="ru-RU" sz="2000" dirty="0">
                <a:latin typeface="Century Gothic" panose="020B0502020202020204" pitchFamily="34" charset="0"/>
              </a:rPr>
              <a:t>Настройка </a:t>
            </a:r>
            <a:r>
              <a:rPr lang="en-US" sz="2000" dirty="0">
                <a:latin typeface="Century Gothic" panose="020B0502020202020204" pitchFamily="34" charset="0"/>
              </a:rPr>
              <a:t>L2-</a:t>
            </a:r>
            <a:r>
              <a:rPr lang="ru-RU" sz="2000" dirty="0">
                <a:latin typeface="Century Gothic" panose="020B0502020202020204" pitchFamily="34" charset="0"/>
              </a:rPr>
              <a:t>протоколов</a:t>
            </a:r>
          </a:p>
          <a:p>
            <a:r>
              <a:rPr lang="ru-RU" sz="2000" dirty="0">
                <a:latin typeface="Century Gothic" panose="020B0502020202020204" pitchFamily="34" charset="0"/>
              </a:rPr>
              <a:t>Настройка маршрутизации, </a:t>
            </a:r>
            <a:r>
              <a:rPr lang="en-US" sz="2000" dirty="0">
                <a:latin typeface="Century Gothic" panose="020B0502020202020204" pitchFamily="34" charset="0"/>
              </a:rPr>
              <a:t>VRRP</a:t>
            </a:r>
            <a:r>
              <a:rPr lang="ru-RU" sz="2000" dirty="0">
                <a:latin typeface="Century Gothic" panose="020B0502020202020204" pitchFamily="34" charset="0"/>
              </a:rPr>
              <a:t>, фильтрации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11A225-810D-1D6B-4C91-42EA6EEB8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422" y="4948875"/>
            <a:ext cx="5371034" cy="151288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2F9CF9-69E1-663E-173A-9AD158B4F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55" y="2093529"/>
            <a:ext cx="4556707" cy="436823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0565800-F8AD-5C65-97C8-8B414136D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422" y="2093529"/>
            <a:ext cx="5399804" cy="274637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7684BC1-DF17-6557-5D7E-80C44B1BA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55" y="799440"/>
            <a:ext cx="4556707" cy="114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3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713DE-79D3-7E82-A2C4-A6BB78503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9885C-70EE-6821-63E8-95F12D200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1" y="67001"/>
            <a:ext cx="9889409" cy="732439"/>
          </a:xfrm>
        </p:spPr>
        <p:txBody>
          <a:bodyPr>
            <a:normAutofit/>
          </a:bodyPr>
          <a:lstStyle/>
          <a:p>
            <a:r>
              <a:rPr lang="ru-RU" sz="3000" dirty="0">
                <a:latin typeface="Century Gothic" panose="020B0502020202020204" pitchFamily="34" charset="0"/>
              </a:rPr>
              <a:t>Настройка серверных ОС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F5471E1-780D-B6BE-8921-60F92D50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1" y="1333488"/>
            <a:ext cx="5740399" cy="1075313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Настройка сети, </a:t>
            </a:r>
            <a:r>
              <a:rPr lang="en-US" dirty="0">
                <a:latin typeface="Century Gothic" panose="020B0502020202020204" pitchFamily="34" charset="0"/>
              </a:rPr>
              <a:t>SSH</a:t>
            </a:r>
            <a:endParaRPr lang="ru-RU" dirty="0">
              <a:latin typeface="Century Gothic" panose="020B0502020202020204" pitchFamily="34" charset="0"/>
            </a:endParaRPr>
          </a:p>
          <a:p>
            <a:r>
              <a:rPr lang="ru-RU" dirty="0">
                <a:latin typeface="Century Gothic" panose="020B0502020202020204" pitchFamily="34" charset="0"/>
              </a:rPr>
              <a:t>Создание кластера</a:t>
            </a:r>
          </a:p>
          <a:p>
            <a:r>
              <a:rPr lang="ru-RU" dirty="0" err="1">
                <a:latin typeface="Century Gothic" panose="020B0502020202020204" pitchFamily="34" charset="0"/>
              </a:rPr>
              <a:t>Преднастройка</a:t>
            </a:r>
            <a:r>
              <a:rPr lang="ru-RU" dirty="0">
                <a:latin typeface="Century Gothic" panose="020B0502020202020204" pitchFamily="34" charset="0"/>
              </a:rPr>
              <a:t> для сервисов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C55883-F6EE-BD28-59A0-F66923704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354" y="901946"/>
            <a:ext cx="6296025" cy="15525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D49B47-8ED5-D3A3-9C22-6F5535C18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61" y="4691575"/>
            <a:ext cx="5400675" cy="169128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18B0B93-94BB-8C79-FC94-5D66948AC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61" y="2715650"/>
            <a:ext cx="5400675" cy="17335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5908826-A4F1-BFB6-AF1A-8D77A0BE4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130"/>
          <a:stretch>
            <a:fillRect/>
          </a:stretch>
        </p:blipFill>
        <p:spPr>
          <a:xfrm>
            <a:off x="6057094" y="2718756"/>
            <a:ext cx="6000286" cy="366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6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BFF1F-2C8F-A709-F213-EF9E76EF4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8C32B-CB1E-E3D7-AB2B-933F5DD16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1" y="67001"/>
            <a:ext cx="9889409" cy="732439"/>
          </a:xfrm>
        </p:spPr>
        <p:txBody>
          <a:bodyPr>
            <a:normAutofit/>
          </a:bodyPr>
          <a:lstStyle/>
          <a:p>
            <a:r>
              <a:rPr lang="ru-RU" sz="3000" dirty="0">
                <a:latin typeface="Century Gothic" panose="020B0502020202020204" pitchFamily="34" charset="0"/>
              </a:rPr>
              <a:t>Развертывание инфраструктурных сервисов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0E03F0F8-8623-8F19-62D7-E45E703D9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338" y="1170342"/>
            <a:ext cx="5740399" cy="1075313"/>
          </a:xfrm>
        </p:spPr>
        <p:txBody>
          <a:bodyPr>
            <a:no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Настройка </a:t>
            </a:r>
            <a:r>
              <a:rPr lang="en-US" dirty="0">
                <a:latin typeface="Century Gothic" panose="020B0502020202020204" pitchFamily="34" charset="0"/>
              </a:rPr>
              <a:t>NFS</a:t>
            </a:r>
            <a:endParaRPr lang="ru-RU" dirty="0">
              <a:latin typeface="Century Gothic" panose="020B0502020202020204" pitchFamily="34" charset="0"/>
            </a:endParaRPr>
          </a:p>
          <a:p>
            <a:r>
              <a:rPr lang="ru-RU" dirty="0">
                <a:latin typeface="Century Gothic" panose="020B0502020202020204" pitchFamily="34" charset="0"/>
              </a:rPr>
              <a:t>Развертывание тестовой ВМ</a:t>
            </a:r>
            <a:endParaRPr lang="en-US" dirty="0">
              <a:latin typeface="Century Gothic" panose="020B0502020202020204" pitchFamily="34" charset="0"/>
            </a:endParaRPr>
          </a:p>
          <a:p>
            <a:r>
              <a:rPr lang="ru-RU" dirty="0">
                <a:latin typeface="Century Gothic" panose="020B0502020202020204" pitchFamily="34" charset="0"/>
              </a:rPr>
              <a:t>Настройка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ru-RU" dirty="0">
                <a:latin typeface="Century Gothic" panose="020B0502020202020204" pitchFamily="34" charset="0"/>
              </a:rPr>
              <a:t>томов хранения в </a:t>
            </a:r>
            <a:r>
              <a:rPr lang="en-US" dirty="0" err="1">
                <a:latin typeface="Century Gothic" panose="020B0502020202020204" pitchFamily="34" charset="0"/>
              </a:rPr>
              <a:t>Proxmox</a:t>
            </a:r>
            <a:endParaRPr lang="ru-RU" dirty="0">
              <a:latin typeface="Century Gothic" panose="020B0502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463B10-AC1D-8BC6-479D-4F30997E3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338" y="3520440"/>
            <a:ext cx="6580845" cy="286729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4D0CC09-94E3-6112-EBBA-21E2E5DE0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78" y="928683"/>
            <a:ext cx="4657725" cy="18669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B57D7C8-F68E-94F2-98AE-84C026298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77" y="2932426"/>
            <a:ext cx="4657725" cy="350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8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7365F-C34B-64A9-F8E0-D7248286F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BD0B2-76DF-B695-BA7A-2E149C4CA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1" y="67001"/>
            <a:ext cx="9889409" cy="732439"/>
          </a:xfrm>
        </p:spPr>
        <p:txBody>
          <a:bodyPr>
            <a:normAutofit/>
          </a:bodyPr>
          <a:lstStyle/>
          <a:p>
            <a:r>
              <a:rPr lang="ru-RU" sz="3000" dirty="0">
                <a:latin typeface="Century Gothic" panose="020B0502020202020204" pitchFamily="34" charset="0"/>
              </a:rPr>
              <a:t>Развертывание инфраструктурных сервисов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960FA1D-6949-8296-8278-1A717FC3D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1" y="1030180"/>
            <a:ext cx="5740399" cy="1075313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Создание ЦС</a:t>
            </a:r>
          </a:p>
          <a:p>
            <a:r>
              <a:rPr lang="ru-RU" dirty="0">
                <a:latin typeface="Century Gothic" panose="020B0502020202020204" pitchFamily="34" charset="0"/>
              </a:rPr>
              <a:t>Выпуск сертификатов</a:t>
            </a:r>
          </a:p>
          <a:p>
            <a:r>
              <a:rPr lang="ru-RU" dirty="0">
                <a:latin typeface="Century Gothic" panose="020B0502020202020204" pitchFamily="34" charset="0"/>
              </a:rPr>
              <a:t>Конфигурация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ru-RU" dirty="0">
                <a:latin typeface="Century Gothic" panose="020B0502020202020204" pitchFamily="34" charset="0"/>
              </a:rPr>
              <a:t>обратного прокси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08565A-74AD-D959-240A-85769E358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501" y="4624660"/>
            <a:ext cx="6296025" cy="19716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00C208-1782-480D-8093-7D4CBDB1F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99440"/>
            <a:ext cx="5638073" cy="368742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BB3FAF9-4600-50F8-59C2-AB6CFD7E14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953"/>
          <a:stretch>
            <a:fillRect/>
          </a:stretch>
        </p:blipFill>
        <p:spPr>
          <a:xfrm>
            <a:off x="649175" y="2554597"/>
            <a:ext cx="4869542" cy="404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3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C8975-5BF7-7D2E-1B49-EE7CA1F8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D16DE-8EBA-430F-3F32-2639A848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1" y="67001"/>
            <a:ext cx="9889409" cy="732439"/>
          </a:xfrm>
        </p:spPr>
        <p:txBody>
          <a:bodyPr>
            <a:normAutofit/>
          </a:bodyPr>
          <a:lstStyle/>
          <a:p>
            <a:r>
              <a:rPr lang="ru-RU" sz="3000" dirty="0">
                <a:latin typeface="Century Gothic" panose="020B0502020202020204" pitchFamily="34" charset="0"/>
              </a:rPr>
              <a:t>Развертывание инфраструктурных сервисов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743CE43-547E-3188-249C-4CE527AFD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6134" y="1225873"/>
            <a:ext cx="5740399" cy="1075313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Создание сервисов</a:t>
            </a:r>
          </a:p>
          <a:p>
            <a:r>
              <a:rPr lang="ru-RU" dirty="0">
                <a:latin typeface="Century Gothic" panose="020B0502020202020204" pitchFamily="34" charset="0"/>
              </a:rPr>
              <a:t>Проверка работы сервисов, обратного прокси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7C4645-7EBB-4899-024F-2F4B3DCE0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9" y="910474"/>
            <a:ext cx="5229225" cy="393469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8BF1B62-280C-D66B-C8EE-345F5321E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54021"/>
            <a:ext cx="5229225" cy="38766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832E480-92D4-9BAF-FA16-41FC956D1A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50" t="59246" r="7229" b="5840"/>
          <a:stretch>
            <a:fillRect/>
          </a:stretch>
        </p:blipFill>
        <p:spPr>
          <a:xfrm>
            <a:off x="383039" y="4878245"/>
            <a:ext cx="5229498" cy="163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6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33D8-1672-9B00-C6AA-DF4D6CD6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02707D-58B2-42B3-DF90-6AEF1D24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1" y="67001"/>
            <a:ext cx="9889409" cy="732439"/>
          </a:xfrm>
        </p:spPr>
        <p:txBody>
          <a:bodyPr>
            <a:normAutofit/>
          </a:bodyPr>
          <a:lstStyle/>
          <a:p>
            <a:r>
              <a:rPr lang="ru-RU" sz="3000" dirty="0">
                <a:latin typeface="Century Gothic" panose="020B0502020202020204" pitchFamily="34" charset="0"/>
              </a:rPr>
              <a:t>Развертывание инфраструктурных сервисов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656DB3E-60B3-6216-D89A-781CA4DA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1" y="1333488"/>
            <a:ext cx="5740399" cy="1075313"/>
          </a:xfrm>
        </p:spPr>
        <p:txBody>
          <a:bodyPr>
            <a:norm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Развертывание </a:t>
            </a:r>
            <a:r>
              <a:rPr lang="en-US" dirty="0">
                <a:latin typeface="Century Gothic" panose="020B0502020202020204" pitchFamily="34" charset="0"/>
              </a:rPr>
              <a:t>ALD Pro</a:t>
            </a:r>
          </a:p>
          <a:p>
            <a:r>
              <a:rPr lang="ru-RU" dirty="0">
                <a:latin typeface="Century Gothic" panose="020B0502020202020204" pitchFamily="34" charset="0"/>
              </a:rPr>
              <a:t>Настройка зон, записей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5A72A81-3B35-F6CF-29C4-9919BBD12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371" y="1871144"/>
            <a:ext cx="6296025" cy="14859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3681699-B237-4A23-A861-EA7859472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371" y="3622862"/>
            <a:ext cx="6296024" cy="25981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F68E772-E830-9ED3-B7A1-8954445A5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643" y="2640195"/>
            <a:ext cx="533400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4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E2FAE-7D94-2AED-932F-BA3B7962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826C55-49A7-A6F7-B67F-FA98A3B5F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1" y="67001"/>
            <a:ext cx="9889409" cy="732439"/>
          </a:xfrm>
        </p:spPr>
        <p:txBody>
          <a:bodyPr>
            <a:normAutofit/>
          </a:bodyPr>
          <a:lstStyle/>
          <a:p>
            <a:r>
              <a:rPr lang="ru-RU" sz="3000" dirty="0">
                <a:latin typeface="Century Gothic" panose="020B0502020202020204" pitchFamily="34" charset="0"/>
              </a:rPr>
              <a:t>Настройка клиентских ОС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0ECCE5-A6F4-AF1B-E817-5C4F8F7C6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1" y="1333488"/>
            <a:ext cx="5740399" cy="1075313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Настройка сертификатов</a:t>
            </a:r>
          </a:p>
          <a:p>
            <a:r>
              <a:rPr lang="ru-RU" dirty="0">
                <a:latin typeface="Century Gothic" panose="020B0502020202020204" pitchFamily="34" charset="0"/>
              </a:rPr>
              <a:t>Ввод в домен</a:t>
            </a:r>
          </a:p>
          <a:p>
            <a:r>
              <a:rPr lang="ru-RU" dirty="0">
                <a:latin typeface="Century Gothic" panose="020B0502020202020204" pitchFamily="34" charset="0"/>
              </a:rPr>
              <a:t>Настройка удаленных клиентов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4B7911-50F5-9A91-4103-445BBF6C5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391" y="3261618"/>
            <a:ext cx="2933700" cy="3352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6F9BA7-FC42-0C22-E230-59D604BBD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771" y="351248"/>
            <a:ext cx="5543440" cy="275023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55AA9D-D486-713F-ED14-17BB34181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47" y="3320673"/>
            <a:ext cx="618172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7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1946</TotalTime>
  <Words>155</Words>
  <Application>Microsoft Office PowerPoint</Application>
  <PresentationFormat>Широкоэкранный</PresentationFormat>
  <Paragraphs>39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Тема Office</vt:lpstr>
      <vt:lpstr>Разработка макета IT-инфраструктуры современной компании</vt:lpstr>
      <vt:lpstr>Вводная информация</vt:lpstr>
      <vt:lpstr>Физическая топология сети</vt:lpstr>
      <vt:lpstr>Логическая топология сети</vt:lpstr>
      <vt:lpstr>Настройка сетевого оборудования</vt:lpstr>
      <vt:lpstr>Настройка серверных ОС</vt:lpstr>
      <vt:lpstr>Развертывание инфраструктурных сервисов</vt:lpstr>
      <vt:lpstr>Развертывание инфраструктурных сервисов</vt:lpstr>
      <vt:lpstr>Развертывание инфраструктурных сервисов</vt:lpstr>
      <vt:lpstr>Развертывание инфраструктурных сервисов</vt:lpstr>
      <vt:lpstr>Настройка клиентских ОС</vt:lpstr>
    </vt:vector>
  </TitlesOfParts>
  <Company>presentation-creation.ru</Company>
  <LinksUpToDate>false</LinksUpToDate>
  <SharedDoc>false</SharedDoc>
  <HyperlinkBase>presentation-creation.ru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Разбитые фигуры, presentation-creation.ru</dc:title>
  <dc:creator>User Obstinate</dc:creator>
  <cp:lastModifiedBy>admin</cp:lastModifiedBy>
  <cp:revision>82</cp:revision>
  <dcterms:created xsi:type="dcterms:W3CDTF">2021-05-04T06:37:33Z</dcterms:created>
  <dcterms:modified xsi:type="dcterms:W3CDTF">2025-06-25T18:23:03Z</dcterms:modified>
</cp:coreProperties>
</file>